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0822627-e8c4-b181-58bf-209312f1a3d4}">
          <p14:sldIdLst>
            <p14:sldId id="256"/>
          </p14:sldIdLst>
        </p14:section>
        <p14:section name="Project" id="{95525893-2186-9599-3a6e-fc8f1b0bef2d}">
          <p14:sldIdLst>
            <p14:sldId id="257"/>
            <p14:sldId id="258"/>
          </p14:sldIdLst>
        </p14:section>
        <p14:section name="Architecture" id="{f4ea7b82-e79e-130a-cebe-16c7cba3ac00}">
          <p14:sldIdLst>
            <p14:sldId id="259"/>
          </p14:sldIdLst>
        </p14:section>
        <p14:section name="Delivery" id="{9e305325-c9b8-13f6-a911-b17a5c918f06}">
          <p14:sldIdLst>
            <p14:sldId id="260"/>
            <p14:sldId id="261"/>
          </p14:sldIdLst>
        </p14:section>
        <p14:section name="Platform" id="{283b2e73-85c2-9fe4-5671-de86ca936070}">
          <p14:sldIdLst>
            <p14:sldId id="262"/>
            <p14:sldId id="263"/>
            <p14:sldId id="264"/>
            <p14:sldId id="265"/>
          </p14:sldIdLst>
        </p14:section>
        <p14:section name="Close" id="{91553871-f77c-73d8-42be-89d86d690d9b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task management app used as the vehicle to show a full delivery pipeline from a laptop to a monitored EKS cluster.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TaskBoard: from git commit to a monitored Kubernetes cluster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88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Final Capstone  ·  Ramneek Singh  ·  October 2026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FastAPI · PostgreSQL · GitHub Actions · Trivy · GHCR · Terraform · EKS · Helm · Argo CD · Prometheus · Grafana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task board shipped like a production service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create tasks, set priority and assignee, and move them through TODO → IN PROGRESS → DONE.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travels the same path: tests, image build, security scan, registry, GitOps deploy, metrics.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224028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3774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3756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REST endpoints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health, ready, metrics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0" y="224028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23774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333756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pytest + 4 frontend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224028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23774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333756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images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and SHA-tagged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66560" y="224028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23774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333756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resources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by Terraform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85800" cy="68580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" y="1360170"/>
            <a:ext cx="34290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188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1790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UI on Nginx (non-root), FastAPI, SQLAlchemy, Alembic, PostgreSQL 16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188720"/>
            <a:ext cx="685800" cy="68580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1360170"/>
            <a:ext cx="342900" cy="342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532120" y="1188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5532120" y="151790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on SQLite, Node test runner, Compose healthchecks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57200" y="2377440"/>
            <a:ext cx="685800" cy="68580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548890"/>
            <a:ext cx="342900" cy="342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377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270662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Actions, Trivy image gate, GHCR with commit-SHA tags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63440" y="2377440"/>
            <a:ext cx="685800" cy="68580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4890" y="2548890"/>
            <a:ext cx="342900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532120" y="2377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5532120" y="270662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AWS VPC and EKS modules, region ap-southeast-2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457200" y="3566160"/>
            <a:ext cx="685800" cy="68580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" y="3737610"/>
            <a:ext cx="342900" cy="3429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389534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1.35, Helm chart, ingress-nginx, HPA, Metrics Server, Argo CD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4663440" y="3566160"/>
            <a:ext cx="685800" cy="68580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4890" y="3737610"/>
            <a:ext cx="342900" cy="3429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53212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600" dirty="0"/>
          </a:p>
        </p:txBody>
      </p:sp>
      <p:sp>
        <p:nvSpPr>
          <p:cNvPr id="26" name="Text 18"/>
          <p:cNvSpPr txBox="1"/>
          <p:nvPr/>
        </p:nvSpPr>
        <p:spPr>
          <a:xfrm>
            <a:off x="5532120" y="389534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kube-prometheus-stack: Prometheus Operator, ServiceMonitor, Grafana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on AWS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965960" y="1097280"/>
            <a:ext cx="6720840" cy="3611880"/>
          </a:xfrm>
          <a:prstGeom prst="roundRect">
            <a:avLst>
              <a:gd name="adj" fmla="val 2025"/>
            </a:avLst>
          </a:prstGeom>
          <a:solidFill>
            <a:srgbClr val="E3EEEC"/>
          </a:solidFill>
          <a:ln w="12700">
            <a:solidFill>
              <a:srgbClr val="E3EE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148840" y="11704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cluster · ap-southeast-2 · 3 × t3.medium in private subnets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377440"/>
            <a:ext cx="11887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94560" y="237744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94560" y="2377440"/>
            <a:ext cx="13716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NLB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ingress-nginx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45920" y="2697480"/>
            <a:ext cx="548640" cy="914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023360" y="16002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23360" y="1600200"/>
            <a:ext cx="14630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×2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React/Nginx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023360" y="324612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23360" y="3246120"/>
            <a:ext cx="14630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×2–6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HPA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V="1">
            <a:off x="3566160" y="1874520"/>
            <a:ext cx="457200" cy="68580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566160" y="2834640"/>
            <a:ext cx="457200" cy="68580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57600" y="1965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246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0" y="324612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0" y="3246120"/>
            <a:ext cx="12801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gp3 EBS PVC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0" y="3520440"/>
            <a:ext cx="457200" cy="914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943600" y="402336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0" y="4023360"/>
            <a:ext cx="1280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52360" y="402336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52360" y="4023360"/>
            <a:ext cx="10972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3794760"/>
            <a:ext cx="1188720" cy="45720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223760" y="4270248"/>
            <a:ext cx="228600" cy="914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943600" y="160020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E96D4A"/>
          </a:solidFill>
          <a:ln w="12700">
            <a:solidFill>
              <a:srgbClr val="E96D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0" y="1600200"/>
            <a:ext cx="12801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 CD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452360" y="160020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5236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223760" y="1874520"/>
            <a:ext cx="228600" cy="914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86400" y="2011680"/>
            <a:ext cx="457200" cy="128016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983480" y="416052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scrapes /metrics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715000" y="2331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chart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246120"/>
            <a:ext cx="1417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owns the VPC, NAT gateway, EKS and node group. Helm owns the workload. Argo CD keeps the cluster equal to git.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CI/CD: every push to main becomes a deploy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143000" cy="685800"/>
          </a:xfrm>
          <a:prstGeom prst="chevron">
            <a:avLst/>
          </a:prstGeom>
          <a:solidFill>
            <a:srgbClr val="0F8B8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to main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645920" y="1371600"/>
            <a:ext cx="1143000" cy="685800"/>
          </a:xfrm>
          <a:prstGeom prst="chevron">
            <a:avLst/>
          </a:prstGeom>
          <a:solidFill>
            <a:srgbClr val="0F8B8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783080" y="13716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19456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pytest, npm test,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build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1371600"/>
            <a:ext cx="1143000" cy="685800"/>
          </a:xfrm>
          <a:prstGeom prst="chevron">
            <a:avLst/>
          </a:prstGeom>
          <a:solidFill>
            <a:srgbClr val="0F8B8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13716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19456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images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23360" y="1371600"/>
            <a:ext cx="1143000" cy="685800"/>
          </a:xfrm>
          <a:prstGeom prst="chevron">
            <a:avLst/>
          </a:prstGeom>
          <a:solidFill>
            <a:srgbClr val="C855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60520" y="13716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19456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HIGH/CRITICAL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the job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12080" y="1371600"/>
            <a:ext cx="1143000" cy="685800"/>
          </a:xfrm>
          <a:prstGeom prst="chevron">
            <a:avLst/>
          </a:prstGeom>
          <a:solidFill>
            <a:srgbClr val="0F8B8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49240" y="13716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19456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GHCR tagged with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commit SHA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371600"/>
            <a:ext cx="1143000" cy="685800"/>
          </a:xfrm>
          <a:prstGeom prst="chevron">
            <a:avLst/>
          </a:prstGeom>
          <a:solidFill>
            <a:srgbClr val="F2A5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13716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19456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writes SHA 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values-eks.yaml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371600"/>
            <a:ext cx="1143000" cy="685800"/>
          </a:xfrm>
          <a:prstGeom prst="chevron">
            <a:avLst/>
          </a:prstGeom>
          <a:solidFill>
            <a:srgbClr val="F2A5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13716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219456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 CD rolls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15468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2918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 stop bad code before an image exists.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 first; a failure means no image, no scan, no tag.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are immutable.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ghcr.io/ramneek3/taskboard/backend:&lt;sha&gt;; never latest, so every pod traces to a commit.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is a git commit.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cluster credentials live in GitHub; Argo CD pulls the change.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DevSecOps controls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94360" cy="59436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152019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716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gate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70992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images scanned in CI; HIGH or CRITICAL with a fix fails the build. Current scans are clean after moving to Alpine bases and patched FastAPI/Starlette.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63440" y="114300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92040" y="1371600"/>
            <a:ext cx="594360" cy="59436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30" y="152019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69280" y="13716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Non-root containers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669280" y="170992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runs as uid 10001, Nginx as 101, Postgres as 70. runAsNonRoot is enforced in the pod spec.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92608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85800" y="3154680"/>
            <a:ext cx="594360" cy="59436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" y="330327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1546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secrets in git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9300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and Grafana passwords are generated into Kubernetes Secrets at install time. .env, tfvars and tfstate are gitignored.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663440" y="292608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92040" y="3154680"/>
            <a:ext cx="594360" cy="59436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0630" y="330327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669280" y="31546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exposure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5669280" y="349300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in private subnets behind a NAT gateway; only the load balancer is public. EKS secrets are KMS-encrypted.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Terraform: AWS network and EKS as 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846320" cy="3611880"/>
          </a:xfrm>
          <a:prstGeom prst="roundRect">
            <a:avLst>
              <a:gd name="adj" fmla="val 2025"/>
            </a:avLst>
          </a:prstGeom>
          <a:solidFill>
            <a:srgbClr val="E3EEEC"/>
          </a:solidFill>
          <a:ln w="12700">
            <a:solidFill>
              <a:srgbClr val="E3EE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10.20.0.0/16 · ap-southeast-2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544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1828800"/>
            <a:ext cx="2103120" cy="685800"/>
          </a:xfrm>
          <a:prstGeom prst="roundRect">
            <a:avLst>
              <a:gd name="adj" fmla="val 10667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28800"/>
            <a:ext cx="21031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subnet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NLB · NAT gateway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743200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743200"/>
            <a:ext cx="21031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subnet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nodes (t3.medium)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15544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b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1828800"/>
            <a:ext cx="2103120" cy="685800"/>
          </a:xfrm>
          <a:prstGeom prst="roundRect">
            <a:avLst>
              <a:gd name="adj" fmla="val 10667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17520" y="1828800"/>
            <a:ext cx="21031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subnet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NLB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17520" y="2743200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17520" y="2743200"/>
            <a:ext cx="21031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subnet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nodes (t3.medium)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931920"/>
            <a:ext cx="4434840" cy="548640"/>
          </a:xfrm>
          <a:prstGeom prst="roundRect">
            <a:avLst>
              <a:gd name="adj" fmla="val 13333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931920"/>
            <a:ext cx="44348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1.35 control plane · AL2023 nodes · EBS CSI add-on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118872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init → plan → apply → destroy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modules: terraform-aws-modules/vpc 5.8.1 and eks 20.37.1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59 resources to add, 0 to change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pinned to ap-southeast-2: the account's organization SCP denies every other region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tfvars.example committed; real tfvars and state never are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$0.35/hour while up; destroyed after the demo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Kubernetes, Helm and Argo CD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70432"/>
            <a:ext cx="292608" cy="292608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097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×2, backend ×2 with startup, readiness (/ready) and liveness (/health) probes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773936"/>
            <a:ext cx="292608" cy="292608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007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17007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ClusterIP for frontend, backend and Postgres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292608" cy="292608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3042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23042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ingress-nginx on an AWS NLB: / → frontend, /api → backend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980944"/>
            <a:ext cx="292608" cy="292608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29077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29077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2–6 replicas at 70% CPU, fed by Metrics Server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35112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35112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on a 5 GiB encrypted gp3 PVC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187952"/>
            <a:ext cx="292608" cy="292608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114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240280" y="41148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ServiceMonitor + Grafana dashboard ConfigMap in the chart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715000" y="1097280"/>
            <a:ext cx="2971800" cy="3611880"/>
          </a:xfrm>
          <a:prstGeom prst="roundRect">
            <a:avLst>
              <a:gd name="adj" fmla="val 2462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0" y="1280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 with Argo CD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1737360"/>
            <a:ext cx="2560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9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taskboard watches helm/taskboard on main with values-eks.yaml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9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sync with prune and self-heal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9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upgrade --install for the first release; Argo CD keeps it in sync afterwards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Observability: Prometheus and Grafana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26080" y="137160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26080" y="137160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ServiceMonitor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15s scrape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94960" y="13716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9496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223760" y="13716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2376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0" y="1737360"/>
            <a:ext cx="640080" cy="914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54880" y="1737360"/>
            <a:ext cx="640080" cy="914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58000" y="1737360"/>
            <a:ext cx="365760" cy="914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" y="256032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06324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per second, by status code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60320" y="256032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4320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306324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of 5xx responses from the API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56032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06324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and p95 request duration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766560" y="256032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494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306324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by status; created, updated and deleted per second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"TaskBoard API" ships inside the Helm chart, so Grafana picks it up as soon as the release is installed.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drills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25880"/>
            <a:ext cx="594360" cy="594360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147447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173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ImagePullBackOff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4231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troubleshooting/broken-image.yaml references a tag that does not exist.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200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and fix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4747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describe pod → Events show "manifest unknown" → fix the image tag.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663440" y="1143000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92040" y="1325880"/>
            <a:ext cx="594360" cy="594360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30" y="1474470"/>
            <a:ext cx="297180" cy="2971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0" y="14173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with no endpoints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937760" y="24231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troubleshooting/broken-service.yaml selects a label no pod has.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937760" y="3200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and fix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937760" y="34747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endpoints is empty → compare selector with pod labels → fix the selector.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learnings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platform, not the tutorial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426464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1.35 ships no Amazon Linux 2 node images; the node group had to move to AL2023.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097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257800" y="10972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is not free on EKS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257800" y="1426464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EBS CSI add-on and a gp3 StorageClass, the Postgres PVC stays Pending forever.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042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042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guardrails win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6334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SCP denied every region except ap-southeast-2; checking with dry-run calls saved a failed apply.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3042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23042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have scopes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26334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GITHUB_TOKEN can only publish packages under the repository name, so images live at ghcr.io/&lt;owner&gt;/&lt;repo&gt;/&lt;image&gt;.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5112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1129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 ≠ readiness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840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 stays cheap; /ready checks the database so traffic only reaches pods that can serve it.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5112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5257800" y="351129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is part of the plan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3840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balancers and volumes created by Kubernetes must go before terraform destroy can delete the VPC.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88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github.com/ramneek3/taskboard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next: codebase → CI run → Terraform → Argo CD → kubectl → Prometheus → Grafana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skBoard Ops">
  <a:themeElements>
    <a:clrScheme name="TaskBoard Ops">
      <a:dk1>
        <a:srgbClr val="1B2430"/>
      </a:dk1>
      <a:lt1>
        <a:srgbClr val="FFFFFF"/>
      </a:lt1>
      <a:dk2>
        <a:srgbClr val="0F3D3E"/>
      </a:dk2>
      <a:lt2>
        <a:srgbClr val="EEF4F3"/>
      </a:lt2>
      <a:accent1>
        <a:srgbClr val="0F8B8D"/>
      </a:accent1>
      <a:accent2>
        <a:srgbClr val="F2A541"/>
      </a:accent2>
      <a:accent3>
        <a:srgbClr val="3D5A80"/>
      </a:accent3>
      <a:accent4>
        <a:srgbClr val="C8553D"/>
      </a:accent4>
      <a:accent5>
        <a:srgbClr val="6C8EAD"/>
      </a:accent5>
      <a:accent6>
        <a:srgbClr val="7FB685"/>
      </a:accent6>
      <a:hlink>
        <a:srgbClr val="0F8B8D"/>
      </a:hlink>
      <a:folHlink>
        <a:srgbClr val="3D5A80"/>
      </a:folHlink>
    </a:clrScheme>
    <a:fontScheme name="TaskBoard Op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TaskBoard DevOps Capstone</dc:title>
  <dc:subject>PptxGenJS Presentation</dc:subject>
  <dc:creator>Ramneek Singh</dc:creator>
  <cp:lastModifiedBy>Ramneek Singh</cp:lastModifiedBy>
  <cp:revision>1</cp:revision>
  <dcterms:created xsi:type="dcterms:W3CDTF">2026-10-21T14:16:15Z</dcterms:created>
  <dcterms:modified xsi:type="dcterms:W3CDTF">2026-10-21T14:16:15Z</dcterms:modified>
</cp:coreProperties>
</file>