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ff9149d-fe62-72b7-b236-fb20a1a6cdbb}">
          <p14:sldIdLst>
            <p14:sldId id="256"/>
          </p14:sldIdLst>
        </p14:section>
        <p14:section name="Project" id="{bb24f38e-717e-a79e-2401-ccc617aac469}">
          <p14:sldIdLst>
            <p14:sldId id="257"/>
            <p14:sldId id="258"/>
          </p14:sldIdLst>
        </p14:section>
        <p14:section name="Architecture" id="{6f3fd6ed-0d75-096d-a79f-aa9b895da130}">
          <p14:sldIdLst>
            <p14:sldId id="259"/>
          </p14:sldIdLst>
        </p14:section>
        <p14:section name="Delivery" id="{7c24b69c-1142-5058-f8d5-9515c4e800b7}">
          <p14:sldIdLst>
            <p14:sldId id="260"/>
            <p14:sldId id="261"/>
          </p14:sldIdLst>
        </p14:section>
        <p14:section name="Platform" id="{4bc88766-2345-ed2e-371e-ce640643a1aa}">
          <p14:sldIdLst>
            <p14:sldId id="262"/>
            <p14:sldId id="263"/>
            <p14:sldId id="264"/>
            <p14:sldId id="265"/>
          </p14:sldIdLst>
        </p14:section>
        <p14:section name="Close" id="{e4f589da-6826-5584-2a3f-782ed5258dda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task management app used as the vehicle to show a full delivery pipeline from a laptop to a monitored EKS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TaskBoard: from git commit to a monitored Kubernetes cluster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Final Capstone  ·  Ramneek Singh  ·  October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 · GitHub Actions · Trivy · GHCR · Terraform · EKS · Helm · Argo CD · Prometheus · Grafana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task board shipped like a production service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create tasks, set priority and assignee, and move them through TODO → IN PROGRESS → DONE.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travels the same path: tests, image build, security scan, registry, GitOps deploy, metrics.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REST endpoints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health, ready,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2402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337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pytest + 4 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337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and SHA-tagged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2402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337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Terraform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36017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179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 on Nginx (non-root), FastAPI, SQLAlchemy, Alembic, PostgreSQL 16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136017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5179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on SQLite, Node test runner, Compose healthchecks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54889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27066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Trivy image gate, GHCR with commit-SHA tags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237744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254889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321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532120" y="27066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AWS VPC and EKS modules, region ap-southeast-2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56616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737610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38953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1.35, Helm chart, ingress-nginx, HPA, Metrics Server, Argo CD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63440" y="3566160"/>
            <a:ext cx="685800" cy="6858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890" y="3737610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5321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532120" y="38953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kube-prometheus-stack: Prometheus Operator, ServiceMonitor, Grafana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on AWS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65960" y="10972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E3EEEC"/>
          </a:solidFill>
          <a:ln w="12700">
            <a:solidFill>
              <a:srgbClr val="E3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48840" y="1170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· ap-southeast-2 · 2 × m7i-flex.large in private subnets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1188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377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2697480"/>
            <a:ext cx="54864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16002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React/Nginx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×2–6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HPA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3566160" y="1874520"/>
            <a:ext cx="457200" cy="6858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2834640"/>
            <a:ext cx="457200" cy="6858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5760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246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2461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gp3 EBS PVC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520440"/>
            <a:ext cx="45720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4023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40233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118872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23760" y="4270248"/>
            <a:ext cx="22860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0" y="16002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96D4A"/>
          </a:solidFill>
          <a:ln w="12700">
            <a:solidFill>
              <a:srgbClr val="E96D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160020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16002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1874520"/>
            <a:ext cx="22860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0" y="2011680"/>
            <a:ext cx="457200" cy="12801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983480" y="41605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71500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chart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2461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owns the VPC, NAT gateway, EKS and node group. Helm owns the workload. Argo CD keeps the cluster equal to git.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every push to main becomes a deploy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43000" cy="68580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1143000" cy="68580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8308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npm test,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371600"/>
            <a:ext cx="1143000" cy="68580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1143000" cy="685800"/>
          </a:xfrm>
          <a:prstGeom prst="chevron">
            <a:avLst/>
          </a:prstGeom>
          <a:solidFill>
            <a:srgbClr val="C85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6052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HIGH/CRITICAL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job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1143000" cy="68580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tagged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SHA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1143000" cy="685800"/>
          </a:xfrm>
          <a:prstGeom prst="chevron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writes SHA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values-eks.yaml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371600"/>
            <a:ext cx="1143000" cy="685800"/>
          </a:xfrm>
          <a:prstGeom prst="chevron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rolls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291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stop bad code before an image exists.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first; a failure means no image, no scan, no tag.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immutable.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ghcr.io/ramneek3/taskboard/backend:&lt;sha&gt;; never latest, so every pod traces to a commit.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is a git commit.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credentials live in GitHub; Argo CD pulls the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controls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gate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0992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scanned in CI; HIGH or CRITICAL with a fix fails the build. Current scans are clean after moving to Alpine bases and patched FastAPI/Starlette.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5201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0992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runs as uid 10001, Nginx as 101, Postgres as 70. runAsNonRoot is enforced in the pod spec.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54680"/>
            <a:ext cx="594360" cy="5943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3032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49300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and Grafana passwords are generated into Kubernetes Secrets at install time. .env, tfvars and tfstate are gitignored.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33032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exposure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49300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private subnets behind a NAT gateway; only the load balancer is public. EKS secrets are KMS-encrypted.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Terraform: AWS network and EKS as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E3EEEC"/>
          </a:solidFill>
          <a:ln w="12700">
            <a:solidFill>
              <a:srgbClr val="E3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10.20.0.0/16 · ap-southeast-2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· NAT gateway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43200"/>
            <a:ext cx="2103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node (m7i-flex.large)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8288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27432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2743200"/>
            <a:ext cx="2103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node (m7i-flex.large)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931920"/>
            <a:ext cx="4434840" cy="548640"/>
          </a:xfrm>
          <a:prstGeom prst="roundRect">
            <a:avLst>
              <a:gd name="adj" fmla="val 13333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31920"/>
            <a:ext cx="4434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1.35 control plane · AL2023 nodes · EBS CSI add-on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18872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→ plan → apply → destroy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modules: terraform-aws-modules/vpc 5.8.1 and eks 20.37.1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59 resources to add, 0 to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pinned to ap-southeast-2: the account's organization SCP denies every other region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tfvars.example committed; real tfvars and state never 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$0.40/hour while up; destroyed after the demo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Kubernetes, Helm and Argo CD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×2, backend ×2 with startup, readiness (/ready) and liveness (/health) probes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00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700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for frontend, backend and Postgres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042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304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 on an AWS NLB: / → frontend, /api → 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2–6 replicas at 70% CPU, fed by Metrics Server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5112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5112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on a 5 GiB encrypted gp3 PVC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+ Grafana dashboard ConfigMap in the chart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1097280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with Argo CD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173736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taskboard watches helm/taskboard on main with values-eks.yaml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sync with prune and self-heal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upgrade --install for the first release; Argo CD keeps it in sync afterwards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Prometheus and Grafana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 scrape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737360"/>
            <a:ext cx="64008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64008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1737360"/>
            <a:ext cx="365760" cy="914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second, by status 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5xx responses from the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and p95 request duration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by status; created, updated and deleted per second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"TaskBoard API" ships inside the Helm chart, so Grafana picks it up as soon as the release is installed.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drills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744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ImagePullBackOff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troubleshooting/broken-image.yaml references a tag that does not exist.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 → Events show "manifest unknown" → fix the image tag.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4744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with no endpoints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troubleshooting/broken-service.yaml selects a label no pod has.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endpoints is empty → compare selector with pod labels → fix the selector.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platform, not the tutorial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264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1.35 ships no Amazon Linux 2 node images; the node group had to move to AL2023.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not free on EKS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4264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EBS CSI add-on and a gp3 StorageClass, the Postgres PVC stays Pending forever.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304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guardrails win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33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 SCP allows only ap-southeast-2 and blocks OIDC providers; the Free plan rejects t3.medium, so nodes run m7i-flex.large.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04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have scopes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633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GITHUB_TOKEN can only publish packages under the repository name, so images live at ghcr.io/&lt;owner&gt;/&lt;repo&gt;/&lt;image&gt;.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11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11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≠ readiness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40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stays cheap; /ready checks the database so traffic only reaches pods that can serve 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511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511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is part of the plan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840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 and volumes created by Kubernetes must go before terraform destroy can delete the VPC.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github.com/ramneek3/taskboard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next: codebase → CI run → Terraform → Argo CD → kubectl → Prometheus → Grafana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Board Ops">
  <a:themeElements>
    <a:clrScheme name="TaskBoard Ops">
      <a:dk1>
        <a:srgbClr val="1B2430"/>
      </a:dk1>
      <a:lt1>
        <a:srgbClr val="FFFFFF"/>
      </a:lt1>
      <a:dk2>
        <a:srgbClr val="0F3D3E"/>
      </a:dk2>
      <a:lt2>
        <a:srgbClr val="EEF4F3"/>
      </a:lt2>
      <a:accent1>
        <a:srgbClr val="0F8B8D"/>
      </a:accent1>
      <a:accent2>
        <a:srgbClr val="F2A541"/>
      </a:accent2>
      <a:accent3>
        <a:srgbClr val="3D5A80"/>
      </a:accent3>
      <a:accent4>
        <a:srgbClr val="C8553D"/>
      </a:accent4>
      <a:accent5>
        <a:srgbClr val="6C8EAD"/>
      </a:accent5>
      <a:accent6>
        <a:srgbClr val="7FB685"/>
      </a:accent6>
      <a:hlink>
        <a:srgbClr val="0F8B8D"/>
      </a:hlink>
      <a:folHlink>
        <a:srgbClr val="3D5A80"/>
      </a:folHlink>
    </a:clrScheme>
    <a:fontScheme name="TaskBoard 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TaskBoard DevOps Capstone</dc:title>
  <dc:subject>PptxGenJS Presentation</dc:subject>
  <dc:creator>Ramneek Singh</dc:creator>
  <cp:lastModifiedBy>Ramneek Singh</cp:lastModifiedBy>
  <cp:revision>1</cp:revision>
  <dcterms:created xsi:type="dcterms:W3CDTF">2026-10-21T15:25:55Z</dcterms:created>
  <dcterms:modified xsi:type="dcterms:W3CDTF">2026-10-21T15:25:55Z</dcterms:modified>
</cp:coreProperties>
</file>